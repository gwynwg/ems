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7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8AA1A-0877-FC83-277C-8CDC90E5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0586A3-CD07-A4BA-B422-26393DF83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6E1D8-F1CD-4B2A-4905-87697F43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0C7B91-717E-F568-6E2D-0377E98D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7FEB48-B4B9-DC94-5012-5B7BF40D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69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CC672-C799-8F5C-4844-A8F94D87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6BAD3D-19A3-CA38-E12B-EE84E42A0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402D8-A792-1D89-B89C-D6EDAD875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1DB39C-CEA0-BFA5-F71C-259F6A08B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C539F4-F87D-DECA-D9AF-46577A07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2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D1FC7-5957-ADFE-4759-EAF72A349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38E1D4-8EC1-C358-8545-837FF0F93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12A5B6-84A1-2475-1344-524809854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6E847-F601-E7A2-72C9-3BFFDE01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4AE42A-8089-38C4-62A9-2507C0FB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93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D50F7-1AEB-5DDA-67A9-2EF1F2D1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E6E81F-B77D-37D2-CF2B-1F67FBABF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E210A4-BFB5-BD6D-6BC3-10C0675D8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159193-6EDF-D000-E176-4E37BC15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C62234-01D9-55BD-40A3-26117333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06FF-4413-A39C-5152-EFF067BF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50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D9635-9DAF-6057-7959-7EF0A396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32A7A2-E447-2E3F-503B-2790CBB27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C560A0-D877-AA8F-F1BE-4CF3A5B35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529846-E48A-9C66-A0E4-2EC725FE8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B9FEBD-BB36-B8B6-4D5A-4F41AA201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BC07A5-B280-1A34-C418-1E4D0AD5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85EA13-CB6A-CE27-9A84-2353B4F1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B30338-6D8C-7F3E-A892-6CE3D76F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90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75D6B-0B26-D2E5-9119-784619ED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D31B95-9FC0-516E-6362-EE231B62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C3AC91-D2ED-1829-F0F9-DDF4D2FFD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6586AD-E8AA-C51E-DE92-32957924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844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5C82C3-3F78-2E42-4082-7045AAD5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30BB8A-9106-AEE1-794F-177D79E88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722F20-53B8-933F-ECE9-A6A90DCE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45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014CC-CE7A-9E59-A0B4-1CECAED6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744C5-87F0-DEA9-A6B9-9167F74F1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CFC1AF-6E2C-FB92-3D5E-DCEA1A58B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9FC68A-A3C8-4286-692E-BED1BDE9E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0447CD-4828-79F4-5E61-F4F5BED08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11CE9D-9D2F-6677-62CE-63A3E634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81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3E68C-50C8-F6DD-F297-A58134010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942FCF-1760-CFF1-2133-88E8ABED2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153CCD-D4D4-BCC0-F2B4-91CBE80CE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CC10A0-1C2A-548E-4760-B5E543C2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1D90BA-4637-83A2-1011-4C373006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F8CE1C-6539-3200-F05B-178B61CC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88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9B8D6-C92F-C077-0FE8-FC16A357F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2EC956-4AF3-5F2A-4526-0CF9A9B60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EF9ED9-0C3D-1073-366D-333EB0E2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B47C9A-6305-A81F-6BFB-C1C06376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D8003-B714-A87A-9492-B730896D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262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E9138B-635E-5AA4-04E6-518B45389A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FC1E93-AA3F-5C3F-5403-7FAFD520F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A4B5A-736B-A730-1946-20C0A162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E7ABDB-135C-51D3-9154-20AA48D0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5CB03-7DF6-B139-0A7B-ACA62F9BF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768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B44006-179B-52FA-1A4F-3FE6DB788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C3597E-B588-7C05-B8E0-4209C58BD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E8BE44-2CB2-C30D-BAF5-23F3FD3E5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64C4E-9048-4B71-B5B1-BFE955A4D5CD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82D331-1B69-B743-DCF8-5BC3CDCE0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C65434-53B8-7016-B82B-F0F529694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A3DF5-143E-4CD7-85ED-CE80929C6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42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7EDB544-5111-6D5B-097D-DE996E91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5" y="0"/>
            <a:ext cx="11252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9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29FD5B4-0DE4-DE9B-F14D-0D12031A6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5" y="0"/>
            <a:ext cx="11252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2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C715-77CE-1BF7-CCEC-93430898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6891E0B-CA36-5870-57AD-194F06C3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5" y="0"/>
            <a:ext cx="11252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AE60-4144-2600-9EEC-142337F5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79D4EE-753D-09A0-274A-E77ED830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5" y="0"/>
            <a:ext cx="11252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45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71C2-95A7-34A5-9358-9CCDF243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6F52119-9F8D-A5F7-4F71-AC00179A6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5" y="0"/>
            <a:ext cx="11252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5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8E3AD-45D8-6A56-CB21-1D68D25F7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731929-9EC7-8707-D525-4F81FE7E4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5" y="0"/>
            <a:ext cx="11252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72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2297CDC-E9ED-33F2-0E41-4D7D35D71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5" y="0"/>
            <a:ext cx="11252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5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4C658-D924-CDC3-4DD7-F9EFE4DC5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9F87B06-9099-7D20-FD2B-8C3E59567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5" y="0"/>
            <a:ext cx="11252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29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9029D-70CB-CB9C-A684-8625F91D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9DF260-089D-7FDB-3856-0E613811A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5" y="0"/>
            <a:ext cx="11252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2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兆东 罗</dc:creator>
  <cp:lastModifiedBy>兆东 罗</cp:lastModifiedBy>
  <cp:revision>1</cp:revision>
  <dcterms:created xsi:type="dcterms:W3CDTF">2026-05-26T09:50:07Z</dcterms:created>
  <dcterms:modified xsi:type="dcterms:W3CDTF">2026-05-26T09:52:16Z</dcterms:modified>
</cp:coreProperties>
</file>